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f472aaa8864441" /><Relationship Type="http://schemas.openxmlformats.org/officeDocument/2006/relationships/extended-properties" Target="/docProps/app.xml" Id="R6f4fd04d708943e2" /><Relationship Type="http://schemas.openxmlformats.org/officeDocument/2006/relationships/officeDocument" Target="/ppt/presentation.xml" Id="Rd6b09035dedc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ca5ed98b94f83"/>
  </p:sldMasterIdLst>
  <p:notesMasterIdLst>
    <p:notesMasterId xmlns:r="http://schemas.openxmlformats.org/officeDocument/2006/relationships" r:id="Rd8f93c9009cc4692"/>
  </p:notesMasterIdLst>
  <p:sldIdLst>
    <p:sldId xmlns:r="http://schemas.openxmlformats.org/officeDocument/2006/relationships" id="256" r:id="R9faaf6988d21422d"/>
    <p:sldId xmlns:r="http://schemas.openxmlformats.org/officeDocument/2006/relationships" id="257" r:id="Rf033a4e38f784709"/>
    <p:sldId xmlns:r="http://schemas.openxmlformats.org/officeDocument/2006/relationships" id="258" r:id="R7ef085ca86ff442c"/>
    <p:sldId xmlns:r="http://schemas.openxmlformats.org/officeDocument/2006/relationships" id="259" r:id="R23a295a943284557"/>
    <p:sldId xmlns:r="http://schemas.openxmlformats.org/officeDocument/2006/relationships" id="260" r:id="R912c2fb7f98f4faa"/>
    <p:sldId xmlns:r="http://schemas.openxmlformats.org/officeDocument/2006/relationships" id="261" r:id="Rb88f3080e1cb4087"/>
    <p:sldId xmlns:r="http://schemas.openxmlformats.org/officeDocument/2006/relationships" id="262" r:id="R4525be6d78d444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ea931e3e7e4be3" /><Relationship Type="http://schemas.openxmlformats.org/officeDocument/2006/relationships/slideMaster" Target="/ppt/slideMasters/slideMaster1.xml" Id="R7e1ca5ed98b94f83" /><Relationship Type="http://schemas.openxmlformats.org/officeDocument/2006/relationships/notesMaster" Target="/ppt/notesMasters/notesMaster1.xml" Id="Rd8f93c9009cc4692" /><Relationship Type="http://schemas.openxmlformats.org/officeDocument/2006/relationships/presProps" Target="/ppt/presProps.xml" Id="Rf6bac06c532f4b4c" /><Relationship Type="http://schemas.openxmlformats.org/officeDocument/2006/relationships/tableStyles" Target="/ppt/tableStyles.xml" Id="R5c5ef8b658ef4ff2" /><Relationship Type="http://schemas.openxmlformats.org/officeDocument/2006/relationships/slide" Target="/ppt/slides/slide1.xml" Id="R9faaf6988d21422d" /><Relationship Type="http://schemas.openxmlformats.org/officeDocument/2006/relationships/slide" Target="/ppt/slides/slide2.xml" Id="Rf033a4e38f784709" /><Relationship Type="http://schemas.openxmlformats.org/officeDocument/2006/relationships/slide" Target="/ppt/slides/slide3.xml" Id="R7ef085ca86ff442c" /><Relationship Type="http://schemas.openxmlformats.org/officeDocument/2006/relationships/slide" Target="/ppt/slides/slide4.xml" Id="R23a295a943284557" /><Relationship Type="http://schemas.openxmlformats.org/officeDocument/2006/relationships/slide" Target="/ppt/slides/slide5.xml" Id="R912c2fb7f98f4faa" /><Relationship Type="http://schemas.openxmlformats.org/officeDocument/2006/relationships/slide" Target="/ppt/slides/slide6.xml" Id="Rb88f3080e1cb4087" /><Relationship Type="http://schemas.openxmlformats.org/officeDocument/2006/relationships/slide" Target="/ppt/slides/slide7.xml" Id="R4525be6d78d444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bf2da11ff148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b0248d02948a4" /><Relationship Type="http://schemas.openxmlformats.org/officeDocument/2006/relationships/notesMaster" Target="/ppt/notesMasters/notesMaster1.xml" Id="R0e6c3a8ef0c84c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7933ca9f434e04" /><Relationship Type="http://schemas.openxmlformats.org/officeDocument/2006/relationships/notesMaster" Target="/ppt/notesMasters/notesMaster1.xml" Id="R09adb0b3227d4a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cff5a6af08403b" /><Relationship Type="http://schemas.openxmlformats.org/officeDocument/2006/relationships/notesMaster" Target="/ppt/notesMasters/notesMaster1.xml" Id="Rb1a5e19f967f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e90dbdf8845f4" /><Relationship Type="http://schemas.openxmlformats.org/officeDocument/2006/relationships/notesMaster" Target="/ppt/notesMasters/notesMaster1.xml" Id="R8f39f3397b0b46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16f0ba38944c16" /><Relationship Type="http://schemas.openxmlformats.org/officeDocument/2006/relationships/notesMaster" Target="/ppt/notesMasters/notesMaster1.xml" Id="R0dc49275609a4f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2cefa2f3c43bf" /><Relationship Type="http://schemas.openxmlformats.org/officeDocument/2006/relationships/notesMaster" Target="/ppt/notesMasters/notesMaster1.xml" Id="R9be9e5e3dd4346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76e754146f4f81" /><Relationship Type="http://schemas.openxmlformats.org/officeDocument/2006/relationships/notesMaster" Target="/ppt/notesMasters/notesMaster1.xml" Id="Rb7cd9a01ae8147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 and public repository/video links were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examples/helper_map.c and examples/global_write.c.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Compiler interface: docs/CONTRACT.md, schema version 1. Clang instead of ROSE. No calibrated profitability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evidence: submission/evidence/map-cpu/analysis.json and global_write/analysis.json. No mock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source and patch: submission/evidence/map-cpu and map-gpu. Current Mac has no verified offload device. Code is an explanatory excerpt.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measurements: submission/evidence/map-cpu/benchmark.json. Each trial starts a new process. Kernel excludes allocation, initialization and output. End-to-end includes them. Observed equivalence is not proof for all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submission/MANIFEST.md. No fabricated public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7ccdea34a4d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e2c4d7c41f4fc1" /><Relationship Type="http://schemas.openxmlformats.org/officeDocument/2006/relationships/slideLayout" Target="/ppt/slideLayouts/slideLayout1.xml" Id="R758dfb7251fc4f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dfb7251fc4f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6262e51994150" /><Relationship Type="http://schemas.openxmlformats.org/officeDocument/2006/relationships/notesSlide" Target="/ppt/notesSlides/notesSlide1.xml" Id="R5008c168ac304b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3e6c5082b4073" /><Relationship Type="http://schemas.openxmlformats.org/officeDocument/2006/relationships/notesSlide" Target="/ppt/notesSlides/notesSlide2.xml" Id="R3d27a47875d349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d391e284b4a13" /><Relationship Type="http://schemas.openxmlformats.org/officeDocument/2006/relationships/notesSlide" Target="/ppt/notesSlides/notesSlide3.xml" Id="Redd9b1e1550643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15d75754b445c" /><Relationship Type="http://schemas.openxmlformats.org/officeDocument/2006/relationships/notesSlide" Target="/ppt/notesSlides/notesSlide4.xml" Id="R487a02d399ac4c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0b6cc07744f1c" /><Relationship Type="http://schemas.openxmlformats.org/officeDocument/2006/relationships/notesSlide" Target="/ppt/notesSlides/notesSlide5.xml" Id="R64a3d1b679ce4f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15b89f0f245d3" /><Relationship Type="http://schemas.openxmlformats.org/officeDocument/2006/relationships/notesSlide" Target="/ppt/notesSlides/notesSlide6.xml" Id="R2e98b14ce33043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1cbf52f7c4251" /><Relationship Type="http://schemas.openxmlformats.org/officeDocument/2006/relationships/notesSlide" Target="/ppt/notesSlides/notesSlide7.xml" Id="R35eb31a712d84d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40B5F-D76C-41B7-926D-D61B5A9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Praline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9F18-FC49-4E4A-8948-BEA7DCAA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Explain and test helper-aware C loop parallelization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SegFault P05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Local prototype / C11 / Clang / OpenMP</a:t>
            </a:r>
          </a:p>
        </p:txBody>
      </p:sp>
    </p:spTree>
    <p:extLst>
      <p:ext uri="{BB962C8B-B14F-4D97-AF65-F5344CB8AC3E}">
        <p14:creationId xmlns:p14="http://schemas.microsoft.com/office/powerpoint/2010/main" val="857834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0397C-F7D9-4C0C-B331-FEAB28D0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325AF-BD6E-418F-B97D-5B960DEF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output[i] = apply(input[i]);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A helper can perform independent arithmetic.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A similar helper can increment shared state.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The decision requires effects and dependencies.</a:t>
            </a:r>
          </a:p>
        </p:txBody>
      </p:sp>
    </p:spTree>
    <p:extLst>
      <p:ext uri="{BB962C8B-B14F-4D97-AF65-F5344CB8AC3E}">
        <p14:creationId xmlns:p14="http://schemas.microsoft.com/office/powerpoint/2010/main" val="73109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8597A-28C5-4150-97D8-61841BC0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18111-1592-4F36-9A0E-54042F96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Clang syntax tree and declaration identities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Helper effects and loop dependency checks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Explicit alias and bounds assumptions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Separate OpenMP source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Whole-output validation and repeated timings</a:t>
            </a:r>
          </a:p>
        </p:txBody>
      </p:sp>
    </p:spTree>
    <p:extLst>
      <p:ext uri="{BB962C8B-B14F-4D97-AF65-F5344CB8AC3E}">
        <p14:creationId xmlns:p14="http://schemas.microsoft.com/office/powerpoint/2010/main" val="749406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FCFB2-9A99-4DA4-9487-29C2E40F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Seeing through a 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14324-F13B-45A9-8676-8B4B2CFA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Helper map: safe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INDEPENDENT_MAP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Global-write helper: unsafe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GLOBAL_WRITE: kernel loop / apply / counter write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Restrict contracts and separate allocations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65461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B93E3-A441-4798-902B-7C9CDDB7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Generated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1AE01-4597-47A5-887C-5CDE6016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CPU: generated, compiled and output-validated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#pragma omp parallel for default(none) shared(input, n, output)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GPU: generated and host syntax checked, device unverified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map(to: input[0:n]) map(tofrom: output[0:n])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Helper apply is made device-available with declare target.</a:t>
            </a:r>
          </a:p>
        </p:txBody>
      </p:sp>
    </p:spTree>
    <p:extLst>
      <p:ext uri="{BB962C8B-B14F-4D97-AF65-F5344CB8AC3E}">
        <p14:creationId xmlns:p14="http://schemas.microsoft.com/office/powerpoint/2010/main" val="1903826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14AFC-9C80-4FB1-95BE-69A3B12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8E162-78F8-4CBA-8BAC-57B47B26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n=1024: 0.0010 ms serial / 0.2780 ms CPU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n=65536: 0.0160 ms serial / 0.2950 ms CPU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n=1048576: 0.2730 ms serial / 0.5450 ms CPU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Whole-process speedup at n=1048576: 0.780x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Whole-output cases passed: 30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5 trials after 1 warmup per variant. Kernel medians above.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Apple Clang 21 / arm64 Mac / libomp 23.1.1</a:t>
            </a:r>
          </a:p>
        </p:txBody>
      </p:sp>
    </p:spTree>
    <p:extLst>
      <p:ext uri="{BB962C8B-B14F-4D97-AF65-F5344CB8AC3E}">
        <p14:creationId xmlns:p14="http://schemas.microsoft.com/office/powerpoint/2010/main" val="637862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51F5-F55B-43EF-B80E-257E9C16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Delivery and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D0CC5-C0D8-4771-B528-E379A8E4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CLI, deterministic examples and execution harness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Plain HTML report with raw evidence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Focused C11 subset with explicit assumptions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GPU hardware verification remains unavailable</a:t>
            </a:r>
          </a:p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52A"/>
                </a:solidFill>
                <a:latin typeface="Helvetica Neue"/>
                <a:ea typeface="Helvetica Neue"/>
                <a:cs typeface="Helvetica Neue"/>
              </a:rPr>
              <a:t>Demo recording and external publication remain pending</a:t>
            </a:r>
          </a:p>
        </p:txBody>
      </p:sp>
    </p:spTree>
    <p:extLst>
      <p:ext uri="{BB962C8B-B14F-4D97-AF65-F5344CB8AC3E}">
        <p14:creationId xmlns:p14="http://schemas.microsoft.com/office/powerpoint/2010/main" val="1263227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2026-09-18T09:34:58.8880000Z</dcterms:created>
  <dcterms:modified xsi:type="dcterms:W3CDTF">2026-09-18T09:34:58.8880000Z</dcterms:modified>
</coreProperties>
</file>